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93" r:id="rId3"/>
    <p:sldId id="374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C2F11-AD97-462D-BAED-0ECAEDA89527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52EF3-9FBE-438A-881F-D7D8DFAD71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10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en-US">
              <a:latin typeface="Arial" pitchFamily="34" charset="0"/>
            </a:endParaRPr>
          </a:p>
        </p:txBody>
      </p:sp>
      <p:sp>
        <p:nvSpPr>
          <p:cNvPr id="23556" name="Date Placeholder 2"/>
          <p:cNvSpPr>
            <a:spLocks noGrp="1"/>
          </p:cNvSpPr>
          <p:nvPr>
            <p:ph type="dt" sz="quarter" idx="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7765-1719-68D3-AA52-E54508C90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287AF-5184-1D6E-8910-523647632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1E8F1-B511-A605-C4AF-8AD366104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344E8-42B5-7249-0FCF-3577D0BD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CE595-CCFE-E8A3-CC95-1957049C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1719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C811-774B-C9DC-84E6-F242D104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33BD2-61CB-C88C-1D6B-F9E003DDA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235AA-8503-198C-6CB3-36462978C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DBDCD-00FB-9A8A-8008-CD8FC6AA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A2FE-AD49-968E-F48E-67E74E9E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0693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33D7-084E-D48F-3CBD-DA991898B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E3440-4CFB-61C0-2F0C-BED71FDE9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EA88F-F8F0-8122-9CDA-60ED49A7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3EB7E-091D-1534-25CE-640347A3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85254-1FF4-9616-DD88-0CC72ED6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775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A64F-7F15-7FA7-B9AF-0A7FEF82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3E732-5AF9-39B0-F8A4-1F92C91EB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AC66A-81D7-3F10-F28D-A6316BA50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D7C00-161D-6463-32B9-4DE4902B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92FD4-AC1B-1D4A-10E3-F7902404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14E17-4860-3F0F-5A09-B6A3F33F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3987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D9C7-84F6-93DB-9007-3D0BE99E9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84A00-D8F9-899D-6CA3-02A2D4F78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58CF5-E225-660A-5E8F-5E91B3976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16172-E4C3-FB79-E1B5-F18D7AA2A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5F1B2C-76AC-F9B0-9E13-131090439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AB6E0-3615-1F41-2CD5-446253C42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D42A5-618A-EBD2-3DE2-37C00B99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C2C18-9998-2020-B565-EBACDE7B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012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C2CC-7BED-1E9B-AB6F-62F35E6B5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58DCA-EA4C-F018-D343-501504EDA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B36BF-A580-4876-F614-89E4D7D49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6EBEF-9D11-B4DD-9936-025B3A5B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7815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88D529-AC86-A2DD-DD7A-7A4BFF91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01BB1B-EE8E-CBEE-DDA7-B490722D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592C7-4C11-E404-3F23-06C7ACD0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126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6E125-CBA8-3D31-5385-3DE3CE8ED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A8F37-B9BA-A907-B0C4-8B2F02E01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E1987-8146-D222-F6BC-49B0B0E5C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4A8D9-C48F-9B22-384E-7A1E81FED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A5934-5F75-F0FB-EF26-604AA702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02F4A-0487-DE8F-0D73-148FD8939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0050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EFA2A-52AC-9D5D-7965-A0FCC7C1D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7D7475-C5D0-F63A-607B-29AD15016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E580F-BF22-31B9-5ECF-14EEDE656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8C13E-FB21-F701-E9B6-2B6D4341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EFE0-9094-C71D-1290-B7291D6FB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19F03-AC1C-0650-E9F7-A4BC06A8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770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1F69-37FB-592D-3576-4AED0F9B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8EAFD-19AD-FEAA-5D44-051CEB5FD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C6D10-BC56-960D-C465-E390BE28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36A95-B87E-028A-C929-CB3A782DC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21227-2408-7074-9833-5E94BA92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2261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2CD0CE-7B81-0884-EB46-EBE8EBAAA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FCA0F-B8FF-1556-55CB-D273CF812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69604-993C-FD7B-339B-5FCB9D3F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0E2AF-A47F-D507-FB36-F5A7A06D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54F02-AB49-3FF6-DCCE-8F0B8AA2E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4812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764094"/>
            <a:ext cx="8229600" cy="2309327"/>
          </a:xfrm>
        </p:spPr>
        <p:txBody>
          <a:bodyPr anchor="b">
            <a:normAutofit/>
          </a:bodyPr>
          <a:lstStyle>
            <a:lvl1pPr algn="ctr">
              <a:defRPr sz="660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4213380"/>
            <a:ext cx="8229600" cy="1208314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0822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A7D7-D560-4C43-B6F2-A7996CE5C9B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1E28F-C526-4978-8D63-D21257ECD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1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6492332"/>
            <a:ext cx="12188952" cy="3656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764094"/>
            <a:ext cx="8229600" cy="230932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1200" y="4213380"/>
            <a:ext cx="8229600" cy="1208314"/>
          </a:xfrm>
        </p:spPr>
        <p:txBody>
          <a:bodyPr/>
          <a:lstStyle>
            <a:lvl1pPr marL="0" indent="0" algn="ctr">
              <a:spcBef>
                <a:spcPts val="12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617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43100"/>
            <a:ext cx="4572000" cy="42338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43100"/>
            <a:ext cx="4572000" cy="42338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A7D7-D560-4C43-B6F2-A7996CE5C9B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1E28F-C526-4978-8D63-D21257ECD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1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8448" y="1776066"/>
            <a:ext cx="4572000" cy="72228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8448" y="2565919"/>
            <a:ext cx="4572000" cy="3606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776066"/>
            <a:ext cx="4572000" cy="72228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65919"/>
            <a:ext cx="4572000" cy="3606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A7D7-D560-4C43-B6F2-A7996CE5C9B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1E28F-C526-4978-8D63-D21257ECD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0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A7D7-D560-4C43-B6F2-A7996CE5C9B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1E28F-C526-4978-8D63-D21257ECD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5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A7D7-D560-4C43-B6F2-A7996CE5C9B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1E28F-C526-4978-8D63-D21257ECD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5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981200"/>
            <a:ext cx="4114800" cy="1828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685800"/>
            <a:ext cx="64008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943441"/>
            <a:ext cx="4114800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A7D7-D560-4C43-B6F2-A7996CE5C9B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1E28F-C526-4978-8D63-D21257ECD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984248"/>
            <a:ext cx="4114800" cy="1828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797419" y="457200"/>
            <a:ext cx="5943600" cy="5943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3941064"/>
            <a:ext cx="4114800" cy="18288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223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A7D7-D560-4C43-B6F2-A7996CE5C9B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1E28F-C526-4978-8D63-D21257ECD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7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666415" y="365125"/>
            <a:ext cx="1234440" cy="5811838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365125"/>
            <a:ext cx="799147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2A7D7-D560-4C43-B6F2-A7996CE5C9B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1E28F-C526-4978-8D63-D21257ECD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66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4"/>
          <p:cNvSpPr/>
          <p:nvPr userDrawn="1"/>
        </p:nvSpPr>
        <p:spPr>
          <a:xfrm>
            <a:off x="0" y="1"/>
            <a:ext cx="12192000" cy="740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7" name="円/楕円 12"/>
          <p:cNvSpPr/>
          <p:nvPr userDrawn="1"/>
        </p:nvSpPr>
        <p:spPr>
          <a:xfrm>
            <a:off x="1555885" y="905934"/>
            <a:ext cx="384209" cy="3841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8" name="円/楕円 13"/>
          <p:cNvSpPr/>
          <p:nvPr userDrawn="1"/>
        </p:nvSpPr>
        <p:spPr>
          <a:xfrm>
            <a:off x="31753" y="0"/>
            <a:ext cx="912363" cy="681567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9" name="円/楕円 17"/>
          <p:cNvSpPr/>
          <p:nvPr userDrawn="1"/>
        </p:nvSpPr>
        <p:spPr>
          <a:xfrm>
            <a:off x="681626" y="681567"/>
            <a:ext cx="528154" cy="52810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20" name="円/楕円 18"/>
          <p:cNvSpPr/>
          <p:nvPr userDrawn="1"/>
        </p:nvSpPr>
        <p:spPr>
          <a:xfrm>
            <a:off x="1207664" y="149226"/>
            <a:ext cx="662574" cy="66145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1022440" y="6100234"/>
            <a:ext cx="288950" cy="28998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22" name="円/楕円 22"/>
          <p:cNvSpPr/>
          <p:nvPr userDrawn="1"/>
        </p:nvSpPr>
        <p:spPr>
          <a:xfrm>
            <a:off x="11435226" y="6110817"/>
            <a:ext cx="719729" cy="7207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23" name="円/楕円 19"/>
          <p:cNvSpPr/>
          <p:nvPr userDrawn="1"/>
        </p:nvSpPr>
        <p:spPr>
          <a:xfrm>
            <a:off x="10860501" y="6469592"/>
            <a:ext cx="480525" cy="388408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24" name="円/楕円 18"/>
          <p:cNvSpPr/>
          <p:nvPr userDrawn="1"/>
        </p:nvSpPr>
        <p:spPr>
          <a:xfrm>
            <a:off x="383150" y="1653117"/>
            <a:ext cx="788527" cy="7884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400" dirty="0"/>
              <a:t>1</a:t>
            </a:r>
            <a:endParaRPr lang="ja-JP" altLang="en-US" sz="2400" dirty="0"/>
          </a:p>
        </p:txBody>
      </p:sp>
      <p:sp>
        <p:nvSpPr>
          <p:cNvPr id="25" name="正方形/長方形 7"/>
          <p:cNvSpPr/>
          <p:nvPr userDrawn="1"/>
        </p:nvSpPr>
        <p:spPr>
          <a:xfrm>
            <a:off x="2159187" y="932393"/>
            <a:ext cx="2160246" cy="486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26" name="正方形/長方形 29"/>
          <p:cNvSpPr/>
          <p:nvPr userDrawn="1"/>
        </p:nvSpPr>
        <p:spPr>
          <a:xfrm>
            <a:off x="1318798" y="2344209"/>
            <a:ext cx="2160246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29" name="円/楕円 30"/>
          <p:cNvSpPr/>
          <p:nvPr userDrawn="1"/>
        </p:nvSpPr>
        <p:spPr>
          <a:xfrm>
            <a:off x="4213591" y="1653117"/>
            <a:ext cx="789585" cy="78845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400" dirty="0"/>
              <a:t>2</a:t>
            </a:r>
            <a:endParaRPr lang="ja-JP" altLang="en-US" sz="2400" dirty="0"/>
          </a:p>
        </p:txBody>
      </p:sp>
      <p:sp>
        <p:nvSpPr>
          <p:cNvPr id="30" name="正方形/長方形 43"/>
          <p:cNvSpPr/>
          <p:nvPr userDrawn="1"/>
        </p:nvSpPr>
        <p:spPr>
          <a:xfrm>
            <a:off x="5149239" y="2344209"/>
            <a:ext cx="2160245" cy="47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31" name="円/楕円 44"/>
          <p:cNvSpPr/>
          <p:nvPr userDrawn="1"/>
        </p:nvSpPr>
        <p:spPr>
          <a:xfrm>
            <a:off x="8040857" y="1653117"/>
            <a:ext cx="789585" cy="78845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400" dirty="0"/>
              <a:t>3</a:t>
            </a:r>
            <a:endParaRPr lang="ja-JP" altLang="en-US" sz="2400" dirty="0"/>
          </a:p>
        </p:txBody>
      </p:sp>
      <p:sp>
        <p:nvSpPr>
          <p:cNvPr id="32" name="正方形/長方形 48"/>
          <p:cNvSpPr/>
          <p:nvPr userDrawn="1"/>
        </p:nvSpPr>
        <p:spPr>
          <a:xfrm>
            <a:off x="8976505" y="2344209"/>
            <a:ext cx="2160245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33" name="円/楕円 49"/>
          <p:cNvSpPr/>
          <p:nvPr userDrawn="1"/>
        </p:nvSpPr>
        <p:spPr>
          <a:xfrm>
            <a:off x="390560" y="3818467"/>
            <a:ext cx="789585" cy="7895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400" dirty="0"/>
              <a:t>4</a:t>
            </a:r>
            <a:endParaRPr lang="ja-JP" altLang="en-US" sz="2400" dirty="0"/>
          </a:p>
        </p:txBody>
      </p:sp>
      <p:sp>
        <p:nvSpPr>
          <p:cNvPr id="34" name="正方形/長方形 53"/>
          <p:cNvSpPr/>
          <p:nvPr userDrawn="1"/>
        </p:nvSpPr>
        <p:spPr>
          <a:xfrm>
            <a:off x="1326208" y="4510617"/>
            <a:ext cx="2160245" cy="47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35" name="円/楕円 54"/>
          <p:cNvSpPr/>
          <p:nvPr userDrawn="1"/>
        </p:nvSpPr>
        <p:spPr>
          <a:xfrm>
            <a:off x="4221000" y="3818467"/>
            <a:ext cx="789585" cy="7895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400" dirty="0"/>
              <a:t>5</a:t>
            </a:r>
            <a:endParaRPr lang="ja-JP" altLang="en-US" sz="2400" dirty="0"/>
          </a:p>
        </p:txBody>
      </p:sp>
      <p:sp>
        <p:nvSpPr>
          <p:cNvPr id="36" name="正方形/長方形 58"/>
          <p:cNvSpPr/>
          <p:nvPr userDrawn="1"/>
        </p:nvSpPr>
        <p:spPr>
          <a:xfrm>
            <a:off x="5157707" y="4510617"/>
            <a:ext cx="2160245" cy="47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37" name="円/楕円 59"/>
          <p:cNvSpPr/>
          <p:nvPr userDrawn="1"/>
        </p:nvSpPr>
        <p:spPr>
          <a:xfrm>
            <a:off x="8049324" y="3818467"/>
            <a:ext cx="788526" cy="7895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2400" dirty="0"/>
              <a:t>6</a:t>
            </a:r>
            <a:endParaRPr lang="ja-JP" altLang="en-US" sz="2400" dirty="0"/>
          </a:p>
        </p:txBody>
      </p:sp>
      <p:sp>
        <p:nvSpPr>
          <p:cNvPr id="38" name="正方形/長方形 63"/>
          <p:cNvSpPr/>
          <p:nvPr userDrawn="1"/>
        </p:nvSpPr>
        <p:spPr>
          <a:xfrm>
            <a:off x="8984972" y="4510617"/>
            <a:ext cx="2160245" cy="47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kumimoji="1" lang="en-US" altLang="ja-JP" sz="16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/>
          </p:nvPr>
        </p:nvSpPr>
        <p:spPr>
          <a:xfrm>
            <a:off x="1204874" y="1816242"/>
            <a:ext cx="2847406" cy="480053"/>
          </a:xfrm>
        </p:spPr>
        <p:txBody>
          <a:bodyPr>
            <a:noAutofit/>
          </a:bodyPr>
          <a:lstStyle>
            <a:lvl1pPr algn="l">
              <a:defRPr sz="21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/>
          </p:nvPr>
        </p:nvSpPr>
        <p:spPr>
          <a:xfrm>
            <a:off x="1222531" y="2402477"/>
            <a:ext cx="2872661" cy="1314555"/>
          </a:xfrm>
        </p:spPr>
        <p:txBody>
          <a:bodyPr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/>
          </p:nvPr>
        </p:nvSpPr>
        <p:spPr>
          <a:xfrm>
            <a:off x="5035615" y="1816242"/>
            <a:ext cx="2847406" cy="480053"/>
          </a:xfrm>
        </p:spPr>
        <p:txBody>
          <a:bodyPr>
            <a:noAutofit/>
          </a:bodyPr>
          <a:lstStyle>
            <a:lvl1pPr algn="l">
              <a:defRPr sz="21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/>
          </p:nvPr>
        </p:nvSpPr>
        <p:spPr>
          <a:xfrm>
            <a:off x="5053272" y="2402477"/>
            <a:ext cx="2872661" cy="1314555"/>
          </a:xfrm>
        </p:spPr>
        <p:txBody>
          <a:bodyPr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/>
          </p:nvPr>
        </p:nvSpPr>
        <p:spPr>
          <a:xfrm>
            <a:off x="8862894" y="1816242"/>
            <a:ext cx="2847406" cy="480053"/>
          </a:xfrm>
        </p:spPr>
        <p:txBody>
          <a:bodyPr>
            <a:noAutofit/>
          </a:bodyPr>
          <a:lstStyle>
            <a:lvl1pPr algn="l">
              <a:defRPr sz="21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/>
          </p:nvPr>
        </p:nvSpPr>
        <p:spPr>
          <a:xfrm>
            <a:off x="8880551" y="2402477"/>
            <a:ext cx="2872661" cy="1314555"/>
          </a:xfrm>
        </p:spPr>
        <p:txBody>
          <a:bodyPr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/>
          </p:nvPr>
        </p:nvSpPr>
        <p:spPr>
          <a:xfrm>
            <a:off x="1212782" y="3982071"/>
            <a:ext cx="2847406" cy="480053"/>
          </a:xfrm>
        </p:spPr>
        <p:txBody>
          <a:bodyPr>
            <a:noAutofit/>
          </a:bodyPr>
          <a:lstStyle>
            <a:lvl1pPr algn="l">
              <a:defRPr sz="21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/>
          </p:nvPr>
        </p:nvSpPr>
        <p:spPr>
          <a:xfrm>
            <a:off x="1230440" y="4568307"/>
            <a:ext cx="2872661" cy="1314555"/>
          </a:xfrm>
        </p:spPr>
        <p:txBody>
          <a:bodyPr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/>
          </p:nvPr>
        </p:nvSpPr>
        <p:spPr>
          <a:xfrm>
            <a:off x="5043524" y="3982071"/>
            <a:ext cx="2847406" cy="480053"/>
          </a:xfrm>
        </p:spPr>
        <p:txBody>
          <a:bodyPr>
            <a:noAutofit/>
          </a:bodyPr>
          <a:lstStyle>
            <a:lvl1pPr algn="l">
              <a:defRPr sz="21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/>
          </p:nvPr>
        </p:nvSpPr>
        <p:spPr>
          <a:xfrm>
            <a:off x="5061181" y="4568307"/>
            <a:ext cx="2872661" cy="1314555"/>
          </a:xfrm>
        </p:spPr>
        <p:txBody>
          <a:bodyPr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/>
          </p:nvPr>
        </p:nvSpPr>
        <p:spPr>
          <a:xfrm>
            <a:off x="8870802" y="3982071"/>
            <a:ext cx="2847406" cy="480053"/>
          </a:xfrm>
        </p:spPr>
        <p:txBody>
          <a:bodyPr>
            <a:noAutofit/>
          </a:bodyPr>
          <a:lstStyle>
            <a:lvl1pPr algn="l">
              <a:defRPr sz="21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/>
          </p:nvPr>
        </p:nvSpPr>
        <p:spPr>
          <a:xfrm>
            <a:off x="8888459" y="4568307"/>
            <a:ext cx="2872661" cy="1314555"/>
          </a:xfrm>
        </p:spPr>
        <p:txBody>
          <a:bodyPr>
            <a:noAutofit/>
          </a:bodyPr>
          <a:lstStyle>
            <a:lvl1pPr algn="l">
              <a:defRPr sz="12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9" name="フッター プレースホルダー 2"/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The Power of PowerPoint | thepopp.com</a:t>
            </a:r>
            <a:endParaRPr lang="ja-JP" altLang="en-US"/>
          </a:p>
        </p:txBody>
      </p:sp>
      <p:sp>
        <p:nvSpPr>
          <p:cNvPr id="40" name="スライド番号プレースホルダー 3"/>
          <p:cNvSpPr>
            <a:spLocks noGrp="1"/>
          </p:cNvSpPr>
          <p:nvPr>
            <p:ph type="sldNum" sz="quarter" idx="4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F267E-56F1-45F1-AF70-E2C0DEFB481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79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00"/>
                            </p:stCondLst>
                            <p:childTnLst>
                              <p:par>
                                <p:cTn id="6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350"/>
                            </p:stCondLst>
                            <p:childTnLst>
                              <p:par>
                                <p:cTn id="7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100"/>
                            </p:stCondLst>
                            <p:childTnLst>
                              <p:par>
                                <p:cTn id="8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850"/>
                            </p:stCondLst>
                            <p:childTnLst>
                              <p:par>
                                <p:cTn id="10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6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350"/>
                            </p:stCondLst>
                            <p:childTnLst>
                              <p:par>
                                <p:cTn id="1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5" grpId="0" animBg="1"/>
      <p:bldP spid="26" grpId="0" animBg="1"/>
      <p:bldP spid="29" grpId="0" animBg="1"/>
      <p:bldP spid="29" grpId="1" animBg="1"/>
      <p:bldP spid="30" grpId="0" animBg="1"/>
      <p:bldP spid="31" grpId="0" animBg="1"/>
      <p:bldP spid="31" grpId="1" animBg="1"/>
      <p:bldP spid="32" grpId="0" animBg="1"/>
      <p:bldP spid="33" grpId="0" animBg="1"/>
      <p:bldP spid="33" grpId="1" animBg="1"/>
      <p:bldP spid="34" grpId="0" animBg="1"/>
      <p:bldP spid="35" grpId="0" animBg="1"/>
      <p:bldP spid="35" grpId="1" animBg="1"/>
      <p:bldP spid="36" grpId="0" animBg="1"/>
      <p:bldP spid="37" grpId="0" animBg="1"/>
      <p:bldP spid="37" grpId="1" animBg="1"/>
      <p:bldP spid="38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4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18" name="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" name="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B24E5C7-123A-487F-A369-101EFB807BCB}" type="datetimeFigureOut">
              <a:rPr lang="en-US"/>
              <a:pPr>
                <a:defRPr/>
              </a:pPr>
              <a:t>7/28/2026</a:t>
            </a:fld>
            <a:endParaRPr lang="en-US"/>
          </a:p>
        </p:txBody>
      </p:sp>
      <p:sp>
        <p:nvSpPr>
          <p:cNvPr id="20" name="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B44621-38C3-4599-8FBB-CEFCE26B7E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68907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14"/>
          <p:cNvSpPr/>
          <p:nvPr userDrawn="1"/>
        </p:nvSpPr>
        <p:spPr>
          <a:xfrm>
            <a:off x="0" y="1"/>
            <a:ext cx="12192000" cy="740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8" name="円/楕円 12"/>
          <p:cNvSpPr/>
          <p:nvPr userDrawn="1"/>
        </p:nvSpPr>
        <p:spPr>
          <a:xfrm>
            <a:off x="1555885" y="905934"/>
            <a:ext cx="384209" cy="3841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9" name="円/楕円 13"/>
          <p:cNvSpPr/>
          <p:nvPr userDrawn="1"/>
        </p:nvSpPr>
        <p:spPr>
          <a:xfrm>
            <a:off x="31753" y="0"/>
            <a:ext cx="912363" cy="681567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0" name="円/楕円 17"/>
          <p:cNvSpPr/>
          <p:nvPr userDrawn="1"/>
        </p:nvSpPr>
        <p:spPr>
          <a:xfrm>
            <a:off x="681626" y="681567"/>
            <a:ext cx="528154" cy="52810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1" name="円/楕円 18"/>
          <p:cNvSpPr/>
          <p:nvPr userDrawn="1"/>
        </p:nvSpPr>
        <p:spPr>
          <a:xfrm>
            <a:off x="1207664" y="149226"/>
            <a:ext cx="662574" cy="66145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2" name="円/楕円 20"/>
          <p:cNvSpPr/>
          <p:nvPr userDrawn="1"/>
        </p:nvSpPr>
        <p:spPr>
          <a:xfrm>
            <a:off x="11022440" y="6100234"/>
            <a:ext cx="288950" cy="28998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3" name="円/楕円 22"/>
          <p:cNvSpPr/>
          <p:nvPr userDrawn="1"/>
        </p:nvSpPr>
        <p:spPr>
          <a:xfrm>
            <a:off x="11435226" y="6110817"/>
            <a:ext cx="719729" cy="7207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4" name="円/楕円 19"/>
          <p:cNvSpPr/>
          <p:nvPr userDrawn="1"/>
        </p:nvSpPr>
        <p:spPr>
          <a:xfrm>
            <a:off x="10860501" y="6469592"/>
            <a:ext cx="480525" cy="388408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5" name="正方形/長方形 5"/>
          <p:cNvSpPr/>
          <p:nvPr userDrawn="1"/>
        </p:nvSpPr>
        <p:spPr>
          <a:xfrm>
            <a:off x="814987" y="2756959"/>
            <a:ext cx="2160246" cy="47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16" name="正方形/長方形 7"/>
          <p:cNvSpPr/>
          <p:nvPr userDrawn="1"/>
        </p:nvSpPr>
        <p:spPr>
          <a:xfrm>
            <a:off x="2159187" y="932393"/>
            <a:ext cx="2160246" cy="486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963" tIns="30482" rIns="60963" bIns="30482" anchor="ctr"/>
          <a:lstStyle/>
          <a:p>
            <a:pPr algn="ctr" defTabSz="108855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 dirty="0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/>
          </p:nvPr>
        </p:nvSpPr>
        <p:spPr>
          <a:xfrm>
            <a:off x="718936" y="2852936"/>
            <a:ext cx="10801146" cy="2208245"/>
          </a:xfrm>
        </p:spPr>
        <p:txBody>
          <a:bodyPr>
            <a:normAutofit/>
          </a:bodyPr>
          <a:lstStyle>
            <a:lvl1pPr algn="l">
              <a:defRPr sz="13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>
          <a:xfrm>
            <a:off x="2111211" y="1028734"/>
            <a:ext cx="9553890" cy="336037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7" name="フッター プレースホルダー 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The Power of PowerPoint | thepopp.com</a:t>
            </a:r>
            <a:endParaRPr lang="ja-JP" altLang="en-US"/>
          </a:p>
        </p:txBody>
      </p:sp>
      <p:sp>
        <p:nvSpPr>
          <p:cNvPr id="18" name="スライド番号プレースホルダー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09EB2-5A64-46D3-AD3A-AC39C2E6B05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4895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00"/>
                            </p:stCondLst>
                            <p:childTnLst>
                              <p:par>
                                <p:cTn id="5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5" grpId="0" animBg="1"/>
      <p:bldP spid="16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086F-3550-4304-F27C-47F7452C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B6F1-4B4D-262D-A4B4-111D1AFCF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8B21A-330C-9B31-F112-EAEA316E8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EF3EE-D0C3-4B6B-A58B-BE4F3E615CBC}" type="datetimeFigureOut">
              <a:rPr lang="en-ID" smtClean="0"/>
              <a:t>28/07/2026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6D52E-1C27-67FC-3185-42F8D5C9F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2653-25A4-387A-81E0-F520B9A3A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6B0FD-CAF6-47C7-B629-7FD67007615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8297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365125"/>
            <a:ext cx="9601200" cy="1235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43100"/>
            <a:ext cx="9601200" cy="422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01741" y="6397368"/>
            <a:ext cx="1147665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732A7D7-D560-4C43-B6F2-A7996CE5C9B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0" y="6397368"/>
            <a:ext cx="4800600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97142" y="6397368"/>
            <a:ext cx="1099457" cy="2332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41E28F-C526-4978-8D63-D21257ECD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18288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18288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jpe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IMG_20150408_1457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77" y="2181991"/>
            <a:ext cx="229446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" descr="D:\UPT RPH\RPH Kalideres\20150108_07311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11" y="3881926"/>
            <a:ext cx="2133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9" descr="D:\Danang 2020\Data-Data\Data Pemotongan\WhatsApp Image 2020-07-13 at 09.50.16 (1).jpe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188" y="5449888"/>
            <a:ext cx="2235200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1" descr="D:\Danang 2020\Data-Data\Data Pemotongan\WhatsApp Image 2020-07-13 at 09.50.16.jpe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127" y="5449888"/>
            <a:ext cx="1951446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2" descr="D:\Danang 2020\Data-Data\Data Pemotongan\WhatsApp Image 2020-07-13 at 09.51.13.jpe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5449888"/>
            <a:ext cx="2235200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782620" y="356452"/>
            <a:ext cx="8839200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PEMERINTAH PROVINSI DAERAH KHUSUS</a:t>
            </a: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IBUKOTA</a:t>
            </a: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JAKARTA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DINAS KETAHANAN PANGAN, KELAUTAN DAN PERTANIAN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9" name="TextBox 2"/>
          <p:cNvSpPr txBox="1">
            <a:spLocks noChangeArrowheads="1"/>
          </p:cNvSpPr>
          <p:nvPr/>
        </p:nvSpPr>
        <p:spPr bwMode="auto">
          <a:xfrm>
            <a:off x="3223502" y="2474535"/>
            <a:ext cx="8463957" cy="1169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63" tIns="30482" rIns="60963" bIns="30482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PROFIL</a:t>
            </a:r>
            <a:r>
              <a:rPr kumimoji="0" lang="id-ID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RUMAH P</a:t>
            </a:r>
            <a:r>
              <a:rPr kumimoji="0" lang="id-ID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OT</a:t>
            </a: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ONG HEWAN</a:t>
            </a:r>
            <a:r>
              <a:rPr kumimoji="0" lang="id-ID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PROVINSI DKI JAKARTA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323232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" name="Picture 2" descr="D:\Danang 2021\Foto foto 2021\Foto RPH\RPH LOKBIN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30" y="5433291"/>
            <a:ext cx="2319471" cy="1348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:\Danang 2021\Foto foto 2021\Foto RPH\RPH Cakung.jpe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444" y="5449888"/>
            <a:ext cx="2262909" cy="133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3" y="327479"/>
            <a:ext cx="763880" cy="85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83878" y="191394"/>
            <a:ext cx="1075874" cy="96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468317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829020"/>
              </p:ext>
            </p:extLst>
          </p:nvPr>
        </p:nvGraphicFramePr>
        <p:xfrm>
          <a:off x="5403945" y="776133"/>
          <a:ext cx="6688715" cy="59383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5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4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6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874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700" u="none" strike="noStrike" dirty="0">
                          <a:effectLst/>
                        </a:rPr>
                        <a:t>DATA RPH DAN RPHU DKI JAKARTA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748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NO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NAMA RPH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ALAMAT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DASAR HUKUM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58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 dirty="0">
                          <a:effectLst/>
                        </a:rPr>
                        <a:t>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RPHU RAWA KEPITING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 JL. RAWA KEPITING NO.1 KELURAHAN JATINEGARA KECAMATAN CAKUNG JAKARTA TIMUR </a:t>
                      </a:r>
                      <a:endParaRPr lang="en-US" sz="1300" b="0" i="1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  Kepgub DKI Jakarta No. 108 Tahun 2012 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8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RPHU RAWA LELE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v-SE" sz="1300" u="none" strike="noStrike" dirty="0">
                          <a:effectLst/>
                        </a:rPr>
                        <a:t> JL. PETA BARAT RT 02/  010 KEL. KALIDERES, KEC. KALIDERES JAKARTA BARAT </a:t>
                      </a:r>
                      <a:endParaRPr lang="sv-SE" sz="1300" b="0" i="1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  Kepgub DKI Jakarta No. 108 Tahun 2012 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58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RPHU PETUKANGAN UTARA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 JL. H. MUCHTAR RAYA Gg. BUNGUR RT.03/011 KEL. PETUKANGAN UTARA KEC. PESANGGRAHAN JAKARTA SELATAN </a:t>
                      </a:r>
                      <a:endParaRPr lang="en-US" sz="1300" b="0" i="1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  Kepgub DKI Jakarta No. 108 Tahun 2012 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8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RPHU LOKBIN</a:t>
                      </a:r>
                      <a:endParaRPr lang="id-ID" sz="1300" u="none" strike="noStrike" dirty="0">
                        <a:effectLst/>
                      </a:endParaRPr>
                    </a:p>
                    <a:p>
                      <a:pPr algn="l" fontAlgn="t"/>
                      <a:r>
                        <a:rPr lang="id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PASAR</a:t>
                      </a:r>
                      <a:r>
                        <a:rPr lang="id-ID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 MINGGU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 JL. RAJAWALI RT/RW 0</a:t>
                      </a:r>
                      <a:r>
                        <a:rPr lang="id-ID" sz="1300" u="none" strike="noStrike" dirty="0">
                          <a:effectLst/>
                        </a:rPr>
                        <a:t>5</a:t>
                      </a:r>
                      <a:r>
                        <a:rPr lang="en-US" sz="1300" u="none" strike="noStrike" dirty="0">
                          <a:effectLst/>
                        </a:rPr>
                        <a:t>/02 LOKBIN PASAR MINGGU JAKARTA SELATAN </a:t>
                      </a:r>
                      <a:endParaRPr lang="en-US" sz="1300" b="0" i="1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  Kepgub DKI Jakarta No. 108 Tahun 2012 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8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RPHU ROROTAN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 JL. ROROTAN-MARUNDA NO. </a:t>
                      </a:r>
                      <a:r>
                        <a:rPr lang="id-ID" sz="1300" u="none" strike="noStrike" dirty="0">
                          <a:effectLst/>
                        </a:rPr>
                        <a:t>3</a:t>
                      </a:r>
                      <a:r>
                        <a:rPr lang="en-US" sz="1300" u="none" strike="noStrike" dirty="0">
                          <a:effectLst/>
                        </a:rPr>
                        <a:t>, RT.9/RW.5, ROROTAN, CILINCING, JAKARTA UTARA 14140 </a:t>
                      </a:r>
                      <a:endParaRPr lang="en-US" sz="1300" b="0" i="1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 dirty="0">
                          <a:effectLst/>
                        </a:rPr>
                        <a:t>  </a:t>
                      </a:r>
                      <a:r>
                        <a:rPr lang="en-US" sz="1300" u="none" strike="noStrike" dirty="0" err="1">
                          <a:effectLst/>
                        </a:rPr>
                        <a:t>Kepgub</a:t>
                      </a:r>
                      <a:r>
                        <a:rPr lang="en-US" sz="1300" u="none" strike="noStrike" dirty="0">
                          <a:effectLst/>
                        </a:rPr>
                        <a:t> DKI Jakarta No. 2053 </a:t>
                      </a:r>
                      <a:r>
                        <a:rPr lang="en-US" sz="1300" u="none" strike="noStrike" dirty="0" err="1">
                          <a:effectLst/>
                        </a:rPr>
                        <a:t>Tahun</a:t>
                      </a:r>
                      <a:r>
                        <a:rPr lang="en-US" sz="1300" u="none" strike="noStrike" dirty="0">
                          <a:effectLst/>
                        </a:rPr>
                        <a:t> 2014 </a:t>
                      </a:r>
                      <a:br>
                        <a:rPr lang="en-US" sz="1300" u="none" strike="noStrike" dirty="0">
                          <a:effectLst/>
                        </a:rPr>
                      </a:br>
                      <a:r>
                        <a:rPr lang="en-US" sz="1300" u="none" strike="noStrike" dirty="0">
                          <a:effectLst/>
                        </a:rPr>
                        <a:t>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558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RPHU RAWA TERATE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 JL. RAWAKEPITING NO.</a:t>
                      </a:r>
                      <a:r>
                        <a:rPr lang="id-ID" sz="1300" u="none" strike="noStrike" dirty="0">
                          <a:effectLst/>
                        </a:rPr>
                        <a:t>4</a:t>
                      </a:r>
                      <a:r>
                        <a:rPr lang="en-US" sz="1300" u="none" strike="noStrike" dirty="0">
                          <a:effectLst/>
                        </a:rPr>
                        <a:t>3  RT 12 RW </a:t>
                      </a:r>
                      <a:r>
                        <a:rPr lang="id-ID" sz="1300" u="none" strike="noStrike" dirty="0">
                          <a:effectLst/>
                        </a:rPr>
                        <a:t>3</a:t>
                      </a:r>
                      <a:r>
                        <a:rPr lang="en-US" sz="1300" u="none" strike="noStrike" dirty="0">
                          <a:effectLst/>
                        </a:rPr>
                        <a:t> RAWA TERATE, CAKUNG JAKARTA TIMUR </a:t>
                      </a:r>
                      <a:endParaRPr lang="en-US" sz="1300" b="0" i="1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  Kepgub DKI Jakarta No. 723 Tahun 2015</a:t>
                      </a:r>
                      <a:br>
                        <a:rPr lang="en-US" sz="1300" u="none" strike="noStrike">
                          <a:effectLst/>
                        </a:rPr>
                      </a:br>
                      <a:r>
                        <a:rPr lang="en-US" sz="1300" u="none" strike="noStrike">
                          <a:effectLst/>
                        </a:rPr>
                        <a:t>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9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RPH CAKUNG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 JL. RAYA PENGGILINGAN NO.</a:t>
                      </a:r>
                      <a:r>
                        <a:rPr lang="id-ID" sz="1300" u="none" strike="noStrike" dirty="0">
                          <a:effectLst/>
                        </a:rPr>
                        <a:t>25</a:t>
                      </a:r>
                      <a:r>
                        <a:rPr lang="en-US" sz="1300" u="none" strike="noStrike" dirty="0">
                          <a:effectLst/>
                        </a:rPr>
                        <a:t> RT/RW 07/08 PENGGILINGAN CAKUNG JAKARTA TIMUR </a:t>
                      </a:r>
                      <a:endParaRPr lang="en-US" sz="1300" b="0" i="1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 dirty="0">
                          <a:effectLst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</a:rPr>
                        <a:t>dikelola</a:t>
                      </a:r>
                      <a:r>
                        <a:rPr lang="en-US" sz="1300" u="none" strike="noStrike" dirty="0">
                          <a:effectLst/>
                        </a:rPr>
                        <a:t> P</a:t>
                      </a:r>
                      <a:r>
                        <a:rPr lang="id-ID" sz="1300" u="none" strike="noStrike" dirty="0">
                          <a:effectLst/>
                        </a:rPr>
                        <a:t>erumda</a:t>
                      </a:r>
                      <a:r>
                        <a:rPr lang="en-US" sz="1300" u="none" strike="noStrike" dirty="0">
                          <a:effectLst/>
                        </a:rPr>
                        <a:t> Dharma Jaya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79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RPH PULOGADUNG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 JL. PALAD RT/RW 01/03 JATI. PULOGADUNG JAKARTA TIMUR </a:t>
                      </a:r>
                      <a:endParaRPr lang="en-US" sz="1300" b="0" i="1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 dirty="0">
                          <a:effectLst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</a:rPr>
                        <a:t>dikelola</a:t>
                      </a:r>
                      <a:r>
                        <a:rPr lang="en-US" sz="1300" u="none" strike="noStrike" dirty="0">
                          <a:effectLst/>
                        </a:rPr>
                        <a:t> P</a:t>
                      </a:r>
                      <a:r>
                        <a:rPr lang="id-ID" sz="1300" u="none" strike="noStrike" dirty="0">
                          <a:effectLst/>
                        </a:rPr>
                        <a:t>erumda</a:t>
                      </a:r>
                      <a:r>
                        <a:rPr lang="en-US" sz="1300" u="none" strike="noStrike" dirty="0">
                          <a:effectLst/>
                        </a:rPr>
                        <a:t> Dharma Jaya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79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RPH KAPUK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 JL. PETERNAKAN RAYA NO.118 RT/RW 09/01 KAPUK CENGKARENG JAKARTA BARAT </a:t>
                      </a:r>
                      <a:endParaRPr lang="en-US" sz="1300" b="0" i="1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 dirty="0">
                          <a:effectLst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</a:rPr>
                        <a:t>dikelola</a:t>
                      </a:r>
                      <a:r>
                        <a:rPr lang="en-US" sz="1300" u="none" strike="noStrike" dirty="0">
                          <a:effectLst/>
                        </a:rPr>
                        <a:t> P</a:t>
                      </a:r>
                      <a:r>
                        <a:rPr lang="id-ID" sz="1300" u="none" strike="noStrike" dirty="0">
                          <a:effectLst/>
                        </a:rPr>
                        <a:t>erumda</a:t>
                      </a:r>
                      <a:r>
                        <a:rPr lang="en-US" sz="1300" u="none" strike="noStrike" dirty="0">
                          <a:effectLst/>
                        </a:rPr>
                        <a:t> Dharma Jaya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2955" marR="2955" marT="295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3" y="161231"/>
            <a:ext cx="763880" cy="85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783878" y="62090"/>
            <a:ext cx="1075874" cy="96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 descr="D:\Danang 2023\komponen\PETA LOKASI RPH_page-000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46" y="852756"/>
            <a:ext cx="4458984" cy="552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70125" y="162134"/>
            <a:ext cx="47307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DATA RPH DAN RPHU DKI </a:t>
            </a: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JAKARTA</a:t>
            </a:r>
          </a:p>
        </p:txBody>
      </p:sp>
    </p:spTree>
    <p:extLst>
      <p:ext uri="{BB962C8B-B14F-4D97-AF65-F5344CB8AC3E}">
        <p14:creationId xmlns:p14="http://schemas.microsoft.com/office/powerpoint/2010/main" val="121334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21CD-6200-F576-5490-96256F58F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678"/>
            <a:ext cx="10515600" cy="38488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/>
              <a:t>DATA SERTIFIKASI HALAL RPH/RPHU  DI DKI JAKARTA</a:t>
            </a:r>
            <a:endParaRPr lang="en-ID" sz="24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15BFF8-E728-CDC6-A2B5-94835FB93F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705964"/>
              </p:ext>
            </p:extLst>
          </p:nvPr>
        </p:nvGraphicFramePr>
        <p:xfrm>
          <a:off x="327060" y="557567"/>
          <a:ext cx="11537880" cy="6104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7086">
                  <a:extLst>
                    <a:ext uri="{9D8B030D-6E8A-4147-A177-3AD203B41FA5}">
                      <a16:colId xmlns:a16="http://schemas.microsoft.com/office/drawing/2014/main" val="1351852834"/>
                    </a:ext>
                  </a:extLst>
                </a:gridCol>
                <a:gridCol w="1924444">
                  <a:extLst>
                    <a:ext uri="{9D8B030D-6E8A-4147-A177-3AD203B41FA5}">
                      <a16:colId xmlns:a16="http://schemas.microsoft.com/office/drawing/2014/main" val="2629075320"/>
                    </a:ext>
                  </a:extLst>
                </a:gridCol>
                <a:gridCol w="2481814">
                  <a:extLst>
                    <a:ext uri="{9D8B030D-6E8A-4147-A177-3AD203B41FA5}">
                      <a16:colId xmlns:a16="http://schemas.microsoft.com/office/drawing/2014/main" val="1871861635"/>
                    </a:ext>
                  </a:extLst>
                </a:gridCol>
                <a:gridCol w="2045820">
                  <a:extLst>
                    <a:ext uri="{9D8B030D-6E8A-4147-A177-3AD203B41FA5}">
                      <a16:colId xmlns:a16="http://schemas.microsoft.com/office/drawing/2014/main" val="1857967843"/>
                    </a:ext>
                  </a:extLst>
                </a:gridCol>
                <a:gridCol w="1188204">
                  <a:extLst>
                    <a:ext uri="{9D8B030D-6E8A-4147-A177-3AD203B41FA5}">
                      <a16:colId xmlns:a16="http://schemas.microsoft.com/office/drawing/2014/main" val="427370069"/>
                    </a:ext>
                  </a:extLst>
                </a:gridCol>
                <a:gridCol w="2320512">
                  <a:extLst>
                    <a:ext uri="{9D8B030D-6E8A-4147-A177-3AD203B41FA5}">
                      <a16:colId xmlns:a16="http://schemas.microsoft.com/office/drawing/2014/main" val="3181027469"/>
                    </a:ext>
                  </a:extLst>
                </a:gridCol>
              </a:tblGrid>
              <a:tr h="3260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WILAYAH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NAMA RPH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ALAMAT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NO NKV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LEVEL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PROSES SERTIFIKASI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8653011"/>
                  </a:ext>
                </a:extLst>
              </a:tr>
              <a:tr h="78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KOTA JAKARTA SELATAN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Petukangan Utara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Jl. H. Muchtar Raya No.10, Petukangan Utara, Pesanggrahan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317410-004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 dirty="0">
                          <a:effectLst/>
                        </a:rPr>
                        <a:t>III</a:t>
                      </a:r>
                      <a:endParaRPr lang="en-ID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SERTIFIKASI HALAL KAWASAN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4806570"/>
                  </a:ext>
                </a:extLst>
              </a:tr>
              <a:tr h="522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KOTA JAKARTA SELATAN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Lokasi Binaan Pasar Minggu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Jl. Rajawali, Pasar Minggu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D" sz="1200" kern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embinaan</a:t>
                      </a:r>
                      <a:endParaRPr lang="en-ID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-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>
                          <a:effectLst/>
                        </a:rPr>
                        <a:t>SERTIFIKASI HALAL KAWASAN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1181308"/>
                  </a:ext>
                </a:extLst>
              </a:tr>
              <a:tr h="546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KOTA JAKARTA TIMUR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Rawa Kepiting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Jl. Rawa Kepiting No. 1, Jatinegara, Cakung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RPU 317208-002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III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SERTIFIKASI HALAL KAWASAN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2602076"/>
                  </a:ext>
                </a:extLst>
              </a:tr>
              <a:tr h="6890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KOTA JAKARTA TIMUR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Rawa Terate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Jl. Rawa Kepiting No. 43, Rawa Terate, Cakung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317506-009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III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SERTIFIKASI HALAL KAWASAN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5400884"/>
                  </a:ext>
                </a:extLst>
              </a:tr>
              <a:tr h="819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 dirty="0">
                          <a:effectLst/>
                        </a:rPr>
                        <a:t>KOTA JAKARTA TIMUR</a:t>
                      </a:r>
                      <a:endParaRPr lang="en-ID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CV Rasa Sayang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Rawa Kepiting Jl. Rawa Kepiting No.1 Kel. Jatinegara Kec. Cakung Jakarta Timur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317506-007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II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 dirty="0">
                          <a:effectLst/>
                        </a:rPr>
                        <a:t>SERTIFIKASI HALAL</a:t>
                      </a:r>
                      <a:endParaRPr lang="en-ID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905047"/>
                  </a:ext>
                </a:extLst>
              </a:tr>
              <a:tr h="3485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KOTA JAKARTA TIMUR</a:t>
                      </a:r>
                      <a:endParaRPr lang="en-ID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RPH CAKUNG</a:t>
                      </a:r>
                      <a:endParaRPr lang="en-ID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JL. RAYA PENGGILINGAN NO.25 RT/RW 07/08 PENGGILINGAN CAKUNG JAKARTA TIMUR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RPHR 317506-001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III</a:t>
                      </a:r>
                      <a:endParaRPr lang="en-ID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SERTIFIKAT HALAL KAWASAN</a:t>
                      </a:r>
                      <a:endParaRPr lang="en-ID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0304893"/>
                  </a:ext>
                </a:extLst>
              </a:tr>
              <a:tr h="546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KOTA JAKARTA BARAT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Rawa Lele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Jl. Peta Barat RT 02/10, Kalideres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317306 - 008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III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SERTIFIKASI HALAL KAWASAN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1899041"/>
                  </a:ext>
                </a:extLst>
              </a:tr>
              <a:tr h="78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KOTA JAKARTA BARAT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PT. Kartika Eka Dharma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i-FI" sz="1200" kern="0">
                          <a:effectLst/>
                        </a:rPr>
                        <a:t>JL. Swadarma Raya, No. 69 Kel. </a:t>
                      </a:r>
                      <a:r>
                        <a:rPr lang="en-ID" sz="1200" kern="0">
                          <a:effectLst/>
                        </a:rPr>
                        <a:t>Srengseng Kec. Kembangan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RPU 317401-001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I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 </a:t>
                      </a:r>
                      <a:endParaRPr lang="en-ID" sz="1100" kern="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>
                          <a:effectLst/>
                        </a:rPr>
                        <a:t>SERTIFIKASI HALAL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9539218"/>
                  </a:ext>
                </a:extLst>
              </a:tr>
              <a:tr h="546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KOTA JAKARTA UTARA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Rorotan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Jl. Rorotan-Marunda No. 3, Rorotan, Cilincing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RPHU 317506-006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III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 dirty="0">
                          <a:effectLst/>
                        </a:rPr>
                        <a:t>SERTIFIKASI HALAL KAWASAN</a:t>
                      </a:r>
                      <a:endParaRPr lang="en-ID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1107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89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INKFLORALBROCADE_16X9">
  <a:themeElements>
    <a:clrScheme name="PinkFloralBrocade">
      <a:dk1>
        <a:srgbClr val="323232"/>
      </a:dk1>
      <a:lt1>
        <a:sysClr val="window" lastClr="FFFFFF"/>
      </a:lt1>
      <a:dk2>
        <a:srgbClr val="000000"/>
      </a:dk2>
      <a:lt2>
        <a:srgbClr val="E8E3E7"/>
      </a:lt2>
      <a:accent1>
        <a:srgbClr val="852367"/>
      </a:accent1>
      <a:accent2>
        <a:srgbClr val="079097"/>
      </a:accent2>
      <a:accent3>
        <a:srgbClr val="D54658"/>
      </a:accent3>
      <a:accent4>
        <a:srgbClr val="EA8B4A"/>
      </a:accent4>
      <a:accent5>
        <a:srgbClr val="E3BB49"/>
      </a:accent5>
      <a:accent6>
        <a:srgbClr val="79AD5F"/>
      </a:accent6>
      <a:hlink>
        <a:srgbClr val="079097"/>
      </a:hlink>
      <a:folHlink>
        <a:srgbClr val="808080"/>
      </a:folHlink>
    </a:clrScheme>
    <a:fontScheme name="Times New Rom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549</Words>
  <Application>Microsoft Office PowerPoint</Application>
  <PresentationFormat>Widescreen</PresentationFormat>
  <Paragraphs>108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Arial Narrow</vt:lpstr>
      <vt:lpstr>Baskerville Old Face</vt:lpstr>
      <vt:lpstr>Calibri</vt:lpstr>
      <vt:lpstr>Calibri Light</vt:lpstr>
      <vt:lpstr>Route 159 SemiBold</vt:lpstr>
      <vt:lpstr>Times New Roman</vt:lpstr>
      <vt:lpstr>Office Theme</vt:lpstr>
      <vt:lpstr>PINKFLORALBROCADE_16X9</vt:lpstr>
      <vt:lpstr>PowerPoint Presentation</vt:lpstr>
      <vt:lpstr>PowerPoint Presentation</vt:lpstr>
      <vt:lpstr>DATA SERTIFIKASI HALAL RPH/RPHU  DI DKI JAKARTA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prilly 300483</dc:creator>
  <cp:lastModifiedBy>Sri Endah Pusporini</cp:lastModifiedBy>
  <cp:revision>15</cp:revision>
  <dcterms:created xsi:type="dcterms:W3CDTF">2025-12-29T01:54:58Z</dcterms:created>
  <dcterms:modified xsi:type="dcterms:W3CDTF">2026-07-28T04:19:41Z</dcterms:modified>
</cp:coreProperties>
</file>